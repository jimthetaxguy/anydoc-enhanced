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</p:sldIdLst>
</p:presentation>
</file>

<file path=ppt/_rels/presentation.xml.rels><Relationships xmlns="http://schemas.openxmlformats.org/package/2006/relationships"><Relationship Id="rId2" Type="http://schemas.openxmlformats.org/officeDocument/2006/relationships/slide" Target="../other/slide.xml#/../../ppt/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DECOY-SLIDE</a:t>
            </a:r>
          </a:p>
        </p:txBody>
      </p:sp>
    </p:spTree>
  </p:cSld>
</p:sld>
</file>

<file path=other/slide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HIDDEN-SLIDE-TEXT</a:t>
            </a:r>
          </a:p>
        </p:txBody>
      </p:sp>
    </p:spTree>
  </p:cSld>
</p:sld>
</file>