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2"/>
  </p:sldIdLst>
  <p:extLst>
    <p:ext uri="{521415D9-36F7-43E2-AB2F-B90AF26B5E84}">
      <p14:sectionLst xmlns:p14="http://schemas.microsoft.com/office/powerpoint/2010/main">
        <p14:section name="Opening" id="{00000000-0000-4000-8000-000000000001}">
          <p14:sldIdLst>
            <p14:sldId id="256"/>
          </p14:sldIdLst>
        </p14:section>
      </p14:sectionLst>
    </p:ext>
  </p:extLst>
</p:presentation>
</file>

<file path=ppt/_rels/presentation.xml.rels>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SECTION-SLIDE</a:t>
            </a:r>
          </a:p>
        </p:txBody>
      </p:sp>
    </p:spTree>
  </p:cSld>
</p:sld>
</file>