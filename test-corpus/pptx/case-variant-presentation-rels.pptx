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2"/>
  </p:sldIdLst>
</p:presentation>
</file>

<file path=ppt/_rels/presentation.xml.rels><Relationships xmlns="http://schemas.openxmlformats.org/package/2006/relationships"><Relationship Id="rId2" Type="http://schemas.openxmlformats.org/officeDocument/2006/relationships/slide" Target="../other/slide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p>
            <a:r>
              <a:t>DECOY-SLIDE</a:t>
            </a:r>
          </a:p>
        </p:txBody>
      </p:sp>
    </p:spTree>
  </p:cSld>
</p:sld>
</file>

<file path=PPT/_rels/presentation.xml.rels><Relationships xmlns="http://schemas.openxmlformats.org/package/2006/relationships"><Relationship Id="rId2" Type="http://schemas.openxmlformats.org/officeDocument/2006/relationships/slide" Target="slides/slide1.xml"/></Relationships>
</file>

<file path=other/slide.xml><?xml version="1.0" encoding="utf-8"?>
<p:sld xmlns:p="http://schemas.openxmlformats.org/presentationml/2006/main" xmlns:a="http://schemas.openxmlformats.org/drawing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p>
            <a:r>
              <a:t>HIDDEN-SLIDE-TEXT</a:t>
            </a:r>
          </a:p>
        </p:txBody>
      </p:sp>
    </p:spTree>
  </p:cSld>
</p:sld>
</file>