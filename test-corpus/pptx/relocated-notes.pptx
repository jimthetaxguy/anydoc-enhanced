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</p:sldIdLst>
</p:presentation>
</file>

<file path=ppt/_rels/presentation.xml.rels><Relationships xmlns="http://schemas.openxmlformats.org/package/2006/relationships"><Relationship Id="rId2" Type="http://schemas.openxmlformats.org/officeDocument/2006/relationships/slide" Target="slides/slide1.xml"/></Relationships>
</file>

<file path=ppt/notes/notes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Hidden" hidden="1"/>
          <p:cNvSpPr/>
          <p:nvPr/>
        </p:nvSpPr>
        <p:spPr/>
        <p:txBody>
          <a:bodyPr/>
          <a:p>
            <a:r>
              <a:t>HIDDEN-NOTE-TEXT</a:t>
            </a:r>
          </a:p>
        </p:txBody>
      </p:sp>
    </p:spTree>
  </p:cSld>
</p:notes>
</file>

<file path=ppt/slides/_rels/slide1.xml.rels><Relationships xmlns="http://schemas.openxmlformats.org/package/2006/relationships"><Relationship Id="rId3" Type="http://schemas.openxmlformats.org/officeDocument/2006/relationships/notesSlide" Target="../notes/notes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p>
            <a:r>
              <a:t>SECTION-SLIDE</a:t>
            </a:r>
          </a:p>
        </p:txBody>
      </p:sp>
    </p:spTree>
  </p:cSld>
</p:sld>
</file>